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8"/>
            <a:ext cx="12191695" cy="68527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_tem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3188"/>
            <a:ext cx="12191695" cy="3451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